
<file path=[Content_Types].xml><?xml version="1.0" encoding="utf-8"?>
<Types xmlns="http://schemas.openxmlformats.org/package/2006/content-types"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90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634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19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16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5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88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97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46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45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0030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375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7483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10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275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83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74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  <p:sldLayoutId id="2147483959" r:id="rId13"/>
    <p:sldLayoutId id="2147483960" r:id="rId14"/>
    <p:sldLayoutId id="2147483961" r:id="rId15"/>
    <p:sldLayoutId id="214748396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shu-teach/Coca-Cola-Stock-Analysis-Project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3E42-E561-4E5C-8933-0F344CC20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348090"/>
            <a:ext cx="8915399" cy="16933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Coca cola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stock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3E338-AD76-48BE-9817-004D6FF64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210331"/>
            <a:ext cx="8915399" cy="1693332"/>
          </a:xfrm>
        </p:spPr>
        <p:txBody>
          <a:bodyPr>
            <a:normAutofit fontScale="77500" lnSpcReduction="20000"/>
          </a:bodyPr>
          <a:lstStyle/>
          <a:p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Coca Cola Stock Analysis Project</a:t>
            </a:r>
          </a:p>
          <a:p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by</a:t>
            </a:r>
          </a:p>
          <a:p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Yashvi Vaghasiya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124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FA968-2F7F-4498-AB86-D8B36E34D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5CBF6-2886-40F5-8B86-8D22A1C88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67466"/>
            <a:ext cx="8915400" cy="3743755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and predicting Coca-Cola (KO) stock prices using historical market data.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identify trends, perform technical analysis, and build machine learning models to forecast stock prices.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analysis plays a very important role in understanding how companies perform financially over time.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Investors and analysts use stock price data to study trends, risks, and future growth opportunities.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historical stock data such as Open, High, Low, Close prices, Volume, Dividends, and Stock Splits are collected and analyzed.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806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E83D2-5F5A-4EAD-AA54-71B35E13E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50EEC-321D-4A18-82C5-74287DBD9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54578"/>
            <a:ext cx="8915400" cy="3856644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Main programming language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&amp; NumPy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cleaning and calculations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 &amp; Seaborn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visualization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Yahoo Finance API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Stock data collection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(Random Forest)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Price prediction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&amp; SQL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handling and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88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51C00-FB22-489A-A00C-989BCA03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83B6A-CF39-4450-BEBA-B78F1765C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006222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Collected Coca-Cola stock data from Yahoo Finance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 missing and incorrect values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Exploratory Data Analysis (EDA)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new features like Moving Averages and Volatility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a Machine Learning model 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 performance  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future stock prices and Live Prediction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361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1546-5BE4-43BC-8796-FEFCA0D5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7FC71-E630-4FE6-AC9E-DF6B8D67F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trends clearly show long-term growth with stable volatility.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Moving averages help identify bullish and bearish trends.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 achieved low MAE and MSE.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Backtesting shows strong long-term returns for Coca-Cola stock.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predicted prices with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error.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356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7C01-265E-4685-990F-792326890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519AE-5E82-4A61-AA5B-1E03367B0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939822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Coca-Cola stock demonstrates stable growth and low risk.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can effectively predict stock trends.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 strong foundation for live trading dashboards and investment analysis.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helps understand market behavior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improves price prediction accuracy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Machine Learning model provided reasonably accurate predictions of the stock’s closing price.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highlights the importance of data-driven decision making in financial markets.</a:t>
            </a:r>
          </a:p>
        </p:txBody>
      </p:sp>
    </p:spTree>
    <p:extLst>
      <p:ext uri="{BB962C8B-B14F-4D97-AF65-F5344CB8AC3E}">
        <p14:creationId xmlns:p14="http://schemas.microsoft.com/office/powerpoint/2010/main" val="3685064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47B-CF03-4219-B26B-D098EF86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512712"/>
            <a:ext cx="8915399" cy="17272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F3E86-BF56-4500-A19E-CB5E191D8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https://github.com/Yashu-teach/Coca-Cola-Stock-Analysis-Project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118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5CC0729-2662-4E34-8FE1-8308ECDA312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7555" b="17555"/>
          <a:stretch>
            <a:fillRect/>
          </a:stretch>
        </p:blipFill>
        <p:spPr>
          <a:xfrm>
            <a:off x="2099734" y="1140178"/>
            <a:ext cx="9427456" cy="4889517"/>
          </a:xfrm>
        </p:spPr>
      </p:pic>
    </p:spTree>
    <p:extLst>
      <p:ext uri="{BB962C8B-B14F-4D97-AF65-F5344CB8AC3E}">
        <p14:creationId xmlns:p14="http://schemas.microsoft.com/office/powerpoint/2010/main" val="290469000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94</TotalTime>
  <Words>343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Times New Roman</vt:lpstr>
      <vt:lpstr>Wingdings 3</vt:lpstr>
      <vt:lpstr>Wisp</vt:lpstr>
      <vt:lpstr>Coca cola stock Analysis</vt:lpstr>
      <vt:lpstr>Introduction</vt:lpstr>
      <vt:lpstr>Tools &amp; Technologies Used</vt:lpstr>
      <vt:lpstr>Methodology</vt:lpstr>
      <vt:lpstr>Results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Coca cola stock project</dc:title>
  <dc:creator>ok</dc:creator>
  <cp:lastModifiedBy>ok</cp:lastModifiedBy>
  <cp:revision>21</cp:revision>
  <dcterms:created xsi:type="dcterms:W3CDTF">2026-01-05T05:13:41Z</dcterms:created>
  <dcterms:modified xsi:type="dcterms:W3CDTF">2026-01-10T08:25:21Z</dcterms:modified>
</cp:coreProperties>
</file>